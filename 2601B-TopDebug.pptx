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00:21:01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27 24575,'-2'-20'0,"-4"13"0,4 8 0,1 0 0,-1 0 0,1-1 0,0 1 0,0 0 0,-1 0 0,1 0 0,0 0 0,0 0 0,0 0 0,0 1 0,0-1 0,0 0 0,0 1 0,1-1 0,-1 0 0,0 3 0,-5 8 0,2-1 0,-1 1 0,1 0 0,1 1 0,1-1 0,-1 1 0,0 21 0,2-1 0,6 59 0,0-63 0,16 54 0,-12-51 0,6 36 0,-10-29 0,7 38 0,2 125 0,-12-165 0,10 62 0,-6-60 0,1 51 0,-6-10 0,-3 0 0,-4-1 0,-22 115 0,-25 16 0,-11 51 0,58-217 0,1 0 0,3 1 0,5 67 0,-1-18 0,-2 277 0,1-345-1196,2 0 0,6 31-1,-3-28-400,2 44-1,-7 341 6535,-3-198-3090,1-188-1847,-2 0 0,-6 29 0,3-27 0,-2 44 0,10 43 0,0-103 0,0 0 0,1 1 0,0-1 0,1-1 0,12 28 0,-6-16-130,14 51 0,-18-52-975,-1-6-5721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00:21:24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0 24575,'0'625'0,"-13"-462"0,-1 5 0,15 2080-1365,-1-2225-5461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00:21:35.0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1 770 24575,'3'1'0,"-1"0"0,1-1 0,0 2 0,-1-1 0,1 0 0,-1 0 0,1 1 0,-1 0 0,1-1 0,-1 1 0,0 0 0,2 2 0,3 3 0,194 186-4797,-92-80 2810,-87-90 2560,-16-16-108,-1-1 0,1 1 0,0-2 0,0 1 0,1-1-1,-1 0 1,9 5 0,-14-10-355,1 1-1,0 0 1,-1-1-1,1 1 1,0-1-1,0 0 1,-1 0-1,1 1 0,0-1 1,0 0-1,-1 0 1,1-1-1,0 1 1,0 0-1,3-1 1,-3-1-53,1 1 0,0-1 0,-1 1 0,1-1 0,-1 0 0,1 0 0,-1 0-1,0 0 1,0 0 0,0 0 0,0-1 0,2-2 0,93-134-57,-14 18 0,109-121 0,-19 63 0,12-13 0,-128 130-167,21-24 276,-27 24-5704,-6 14 4230,-24 28 192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00:21:55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1 24575,'1'7'0,"0"0"0,1 0 0,0 0 0,0 0 0,4 8 0,3 12 0,0 8 0,-1 1 0,-2 1 0,4 72 0,-9 3 0,-5 152 0,-8-171 0,6-56 0,-2 44 0,9 92 0,1-77 0,-15 141 0,-1-68-1824,9 239 0,7-213 5472,-2 3-2261,0 266-8384,0-253 6954,3-128 4849,9 41-3502,2 69-1761,-13-72-4585,0 0 4334,-3 242 7460,1-202-8275,1 1-8520,-6-67 8621,-16 48 6959,0 5 1098,17-47-6821,6 371-1179,-1-449-5461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00:59:52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24575,'859'0'0,"-678"16"0,-1 0 0,20-2 0,16 1 0,-136-14 0,80-4 0,-35-23 0,21-1-1365,-120 23-5461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00:22:29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186 1 24575,'-2'0'0,"1"0"0,-1 0 0,0 1 0,0-1 0,0 0 0,0 1 0,0 0 0,0-1 0,0 1 0,1 0 0,-1 0 0,0 0 0,1 0 0,-1 0 0,0 0 0,1 1 0,0-1 0,-1 0 0,1 1 0,0-1 0,-1 1 0,1-1 0,0 1 0,0 0 0,0 0 0,0 2 0,-3 6 0,1 0 0,0 0 0,1 1 0,-1 10 0,-3 13 0,-23 74-1071,5-23-1785,-23 161-1,38-171 4954,3-33 246,-1 45 1,6 527-7235,2-284 2998,12 21 5687,0-50-804,30 559-2990,-35-720 0,-4-37 0,-3-96-151,1-1-1,-1 0 0,1 1 0,0-1 1,0 0-1,1 0 0,0 0 1,7 10-1,0 1-6674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00:22:36.9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24575,'-2'113'0,"5"122"0,10-137 0,1 34 0,-12 481-4956,-4-297 3128,18-65 1828,-8-139 2141,-6 132-1,-1 4 363,12-140-2503,-7-71 0,1 52 0,-8 41-1365,1-108-5461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7790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58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39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239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079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244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606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083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83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851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55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34764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910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67204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281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2396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784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1644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B24D41-EC8F-BF03-61F4-60B7F6F8FE1E}"/>
              </a:ext>
            </a:extLst>
          </p:cNvPr>
          <p:cNvSpPr txBox="1"/>
          <p:nvPr/>
        </p:nvSpPr>
        <p:spPr>
          <a:xfrm>
            <a:off x="9601200" y="324043"/>
            <a:ext cx="27483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Python is used to read image data from CPU memory, and the data is visualized using the </a:t>
            </a:r>
            <a:r>
              <a:rPr lang="en-US" b="1" dirty="0" err="1">
                <a:solidFill>
                  <a:schemeClr val="bg1"/>
                </a:solidFill>
              </a:rPr>
              <a:t>imtool</a:t>
            </a:r>
            <a:r>
              <a:rPr lang="en-US" b="1" dirty="0">
                <a:solidFill>
                  <a:schemeClr val="bg1"/>
                </a:solidFill>
              </a:rPr>
              <a:t> function.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59E89DA-5E7F-A3FD-F1EB-DFDEBDE67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6012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5CDA5DD-CD38-879F-8982-4E5F94F66A42}"/>
                  </a:ext>
                </a:extLst>
              </p14:cNvPr>
              <p14:cNvContentPartPr/>
              <p14:nvPr/>
            </p14:nvContentPartPr>
            <p14:xfrm>
              <a:off x="1998465" y="1895205"/>
              <a:ext cx="60120" cy="1477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5CDA5DD-CD38-879F-8982-4E5F94F66A4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89465" y="1886205"/>
                <a:ext cx="77760" cy="149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2328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B24D41-EC8F-BF03-61F4-60B7F6F8FE1E}"/>
              </a:ext>
            </a:extLst>
          </p:cNvPr>
          <p:cNvSpPr txBox="1"/>
          <p:nvPr/>
        </p:nvSpPr>
        <p:spPr>
          <a:xfrm>
            <a:off x="9601199" y="333374"/>
            <a:ext cx="26965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Python is used to access and read data stored in GPU device memory.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BFD13A3-B1A1-B180-F753-9458D00AF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6012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CFCB30D-BA29-02F5-5C96-013F4F97E2D1}"/>
                  </a:ext>
                </a:extLst>
              </p14:cNvPr>
              <p14:cNvContentPartPr/>
              <p14:nvPr/>
            </p14:nvContentPartPr>
            <p14:xfrm>
              <a:off x="2028345" y="1647885"/>
              <a:ext cx="10080" cy="1161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CFCB30D-BA29-02F5-5C96-013F4F97E2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19705" y="1638885"/>
                <a:ext cx="27720" cy="117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000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B24D41-EC8F-BF03-61F4-60B7F6F8FE1E}"/>
              </a:ext>
            </a:extLst>
          </p:cNvPr>
          <p:cNvSpPr txBox="1"/>
          <p:nvPr/>
        </p:nvSpPr>
        <p:spPr>
          <a:xfrm>
            <a:off x="9601200" y="333374"/>
            <a:ext cx="25907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Python reads data produced by a GPU kernel function from GPU device memory.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AB818AA-06DD-0D22-DDC1-B64031EBC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6012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51DAC4E-5091-B522-C303-58239FBFB88F}"/>
                  </a:ext>
                </a:extLst>
              </p14:cNvPr>
              <p14:cNvContentPartPr/>
              <p14:nvPr/>
            </p14:nvContentPartPr>
            <p14:xfrm>
              <a:off x="5124345" y="6285765"/>
              <a:ext cx="531720" cy="425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51DAC4E-5091-B522-C303-58239FBFB8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15705" y="6276765"/>
                <a:ext cx="549360" cy="44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EACD246-75F7-A294-526E-2DA37B1C9FD1}"/>
                  </a:ext>
                </a:extLst>
              </p14:cNvPr>
              <p14:cNvContentPartPr/>
              <p14:nvPr/>
            </p14:nvContentPartPr>
            <p14:xfrm>
              <a:off x="5895105" y="952005"/>
              <a:ext cx="30600" cy="1923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EACD246-75F7-A294-526E-2DA37B1C9FD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86465" y="943365"/>
                <a:ext cx="48240" cy="194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1775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B24D41-EC8F-BF03-61F4-60B7F6F8FE1E}"/>
              </a:ext>
            </a:extLst>
          </p:cNvPr>
          <p:cNvSpPr txBox="1"/>
          <p:nvPr/>
        </p:nvSpPr>
        <p:spPr>
          <a:xfrm>
            <a:off x="9601200" y="333374"/>
            <a:ext cx="259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The GPU kernel modifies a portion of the device memory.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56741A7-DDD1-A5BD-C8EB-EF31B825C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6012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1192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B24D41-EC8F-BF03-61F4-60B7F6F8FE1E}"/>
              </a:ext>
            </a:extLst>
          </p:cNvPr>
          <p:cNvSpPr txBox="1"/>
          <p:nvPr/>
        </p:nvSpPr>
        <p:spPr>
          <a:xfrm>
            <a:off x="9694506" y="333374"/>
            <a:ext cx="24974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We display the image line data to analyze kernel output and memory modifications.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725CF74-F212-B3D4-B101-34CBD431D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6012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3D40060-D1A3-0D8F-BDE0-40AA6B2853D1}"/>
                  </a:ext>
                </a:extLst>
              </p14:cNvPr>
              <p14:cNvContentPartPr/>
              <p14:nvPr/>
            </p14:nvContentPartPr>
            <p14:xfrm>
              <a:off x="380571" y="3679491"/>
              <a:ext cx="782640" cy="22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3D40060-D1A3-0D8F-BDE0-40AA6B2853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1931" y="3670491"/>
                <a:ext cx="800280" cy="4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9156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B24D41-EC8F-BF03-61F4-60B7F6F8FE1E}"/>
              </a:ext>
            </a:extLst>
          </p:cNvPr>
          <p:cNvSpPr txBox="1"/>
          <p:nvPr/>
        </p:nvSpPr>
        <p:spPr>
          <a:xfrm>
            <a:off x="9601200" y="333374"/>
            <a:ext cx="26405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The x/10ub command is used to inspect and compare the modified data.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C3FB9521-EFD8-2969-8AAC-3486CBD45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6012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78DE5CE-71C4-85B9-A99D-64755D685F18}"/>
                  </a:ext>
                </a:extLst>
              </p14:cNvPr>
              <p14:cNvContentPartPr/>
              <p14:nvPr/>
            </p14:nvContentPartPr>
            <p14:xfrm>
              <a:off x="1590225" y="5228805"/>
              <a:ext cx="67320" cy="1278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78DE5CE-71C4-85B9-A99D-64755D685F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1225" y="5220165"/>
                <a:ext cx="84960" cy="129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1705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B24D41-EC8F-BF03-61F4-60B7F6F8FE1E}"/>
              </a:ext>
            </a:extLst>
          </p:cNvPr>
          <p:cNvSpPr txBox="1"/>
          <p:nvPr/>
        </p:nvSpPr>
        <p:spPr>
          <a:xfrm>
            <a:off x="9601200" y="333374"/>
            <a:ext cx="259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GDB’s print output does not always provide clear or intuitive visualization.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1BF55C1-FD6A-C9D2-7558-04E853750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6012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56CBC25-379A-5AEB-8FA6-C5527DBB355D}"/>
                  </a:ext>
                </a:extLst>
              </p14:cNvPr>
              <p14:cNvContentPartPr/>
              <p14:nvPr/>
            </p14:nvContentPartPr>
            <p14:xfrm>
              <a:off x="1618305" y="5429325"/>
              <a:ext cx="30240" cy="989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56CBC25-379A-5AEB-8FA6-C5527DBB355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09305" y="5420325"/>
                <a:ext cx="47880" cy="100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1961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B24D41-EC8F-BF03-61F4-60B7F6F8FE1E}"/>
              </a:ext>
            </a:extLst>
          </p:cNvPr>
          <p:cNvSpPr txBox="1"/>
          <p:nvPr/>
        </p:nvSpPr>
        <p:spPr>
          <a:xfrm>
            <a:off x="1152161" y="1434386"/>
            <a:ext cx="11429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Questions? mingjie2028@gmail.com</a:t>
            </a:r>
          </a:p>
        </p:txBody>
      </p:sp>
    </p:spTree>
    <p:extLst>
      <p:ext uri="{BB962C8B-B14F-4D97-AF65-F5344CB8AC3E}">
        <p14:creationId xmlns:p14="http://schemas.microsoft.com/office/powerpoint/2010/main" val="968010795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485</TotalTime>
  <Words>108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Mingjie Zhang</dc:creator>
  <cp:lastModifiedBy>Mingjie Zhang</cp:lastModifiedBy>
  <cp:revision>29</cp:revision>
  <dcterms:created xsi:type="dcterms:W3CDTF">2026-01-11T02:56:20Z</dcterms:created>
  <dcterms:modified xsi:type="dcterms:W3CDTF">2026-01-14T01:08:16Z</dcterms:modified>
</cp:coreProperties>
</file>